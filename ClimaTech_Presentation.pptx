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105156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73552"/>
            <a:ext cx="10515600" cy="27432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74320"/>
            <a:ext cx="3200400" cy="320040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548640"/>
            <a:ext cx="2651760" cy="265176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914400"/>
            <a:ext cx="1920240" cy="19202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⚡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ClimaTech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Waste Monitoring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029200" cy="5029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don't just monitor energy — we optimize it using AI."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223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767328"/>
            <a:ext cx="1883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NodeMCU + PZEM-004T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37490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223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3767328"/>
            <a:ext cx="1883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Flask Backend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223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767328"/>
            <a:ext cx="1883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AI Anomaly Detection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37490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223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3767328"/>
            <a:ext cx="1883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Real-Time Dashboard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THE IDEA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926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THE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566160" cy="475488"/>
          </a:xfrm>
          <a:prstGeom prst="rect">
            <a:avLst/>
          </a:prstGeom>
          <a:solidFill>
            <a:srgbClr val="1A2F48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270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🔋  Invisible energy waste in homes &amp; offices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566160" cy="475488"/>
          </a:xfrm>
          <a:prstGeom prst="rect">
            <a:avLst/>
          </a:prstGeom>
          <a:solidFill>
            <a:srgbClr val="1A2F48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💸  Unexpected ₹ losses on electricity bills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566160" cy="475488"/>
          </a:xfrm>
          <a:prstGeom prst="rect">
            <a:avLst/>
          </a:prstGeom>
          <a:solidFill>
            <a:srgbClr val="1A2F48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157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📉  No real-time anomaly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566160" cy="475488"/>
          </a:xfrm>
          <a:prstGeom prst="rect">
            <a:avLst/>
          </a:prstGeom>
          <a:solidFill>
            <a:srgbClr val="1A2F48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🤷  No actionable AI-driven suggestions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566160" cy="475488"/>
          </a:xfrm>
          <a:prstGeom prst="rect">
            <a:avLst/>
          </a:prstGeom>
          <a:solidFill>
            <a:srgbClr val="1A2F48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044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🌍  Increasing carbon footprint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97680" cy="374904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969264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✅  OUR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508760"/>
            <a:ext cx="3977640" cy="475488"/>
          </a:xfrm>
          <a:prstGeom prst="rect">
            <a:avLst/>
          </a:prstGeom>
          <a:solidFill>
            <a:srgbClr val="0D23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5270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  Real-time voltage, current &amp; power tracking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103120"/>
            <a:ext cx="3977640" cy="475488"/>
          </a:xfrm>
          <a:prstGeom prst="rect">
            <a:avLst/>
          </a:prstGeom>
          <a:solidFill>
            <a:srgbClr val="0D23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214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💰  Automatic ₹ waste calculation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697480"/>
            <a:ext cx="3977640" cy="475488"/>
          </a:xfrm>
          <a:prstGeom prst="rect">
            <a:avLst/>
          </a:prstGeom>
          <a:solidFill>
            <a:srgbClr val="0D23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15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🚨  Instant anomaly alerts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291840"/>
            <a:ext cx="3977640" cy="475488"/>
          </a:xfrm>
          <a:prstGeom prst="rect">
            <a:avLst/>
          </a:prstGeom>
          <a:solidFill>
            <a:srgbClr val="0D23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3101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🤖  AI-powered optimization suggestions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886200"/>
            <a:ext cx="3977640" cy="475488"/>
          </a:xfrm>
          <a:prstGeom prst="rect">
            <a:avLst/>
          </a:prstGeom>
          <a:solidFill>
            <a:srgbClr val="0D2335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9044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🌱  Smarter, greener energy usage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 HARDWARE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51760" cy="1691640"/>
          </a:xfrm>
          <a:prstGeom prst="rect">
            <a:avLst/>
          </a:prstGeom>
          <a:solidFill>
            <a:srgbClr val="122340"/>
          </a:solidFill>
          <a:ln w="12700">
            <a:solidFill>
              <a:srgbClr val="0D737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6517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1143000"/>
            <a:ext cx="685800" cy="6858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143000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NodeMCU (ESP8266)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21284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WiFi-enabled microcontroller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Processes &amp; transmits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51760" cy="169164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33088" y="1143000"/>
            <a:ext cx="685800" cy="6858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1143000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PZEM-004T Sensor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27832" y="221284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Measures Voltage, Current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Power &amp; Energy (AC)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1691640"/>
          </a:xfrm>
          <a:prstGeom prst="rect">
            <a:avLst/>
          </a:prstGeom>
          <a:solidFill>
            <a:srgbClr val="122340"/>
          </a:solidFill>
          <a:ln w="12700">
            <a:solidFill>
              <a:srgbClr val="8E44AD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05840"/>
            <a:ext cx="265176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9168" y="1143000"/>
            <a:ext cx="685800" cy="685800"/>
          </a:xfrm>
          <a:prstGeom prst="ellipse">
            <a:avLst/>
          </a:prstGeom>
          <a:solidFill>
            <a:srgbClr val="8E44AD">
              <a:alpha val="25000"/>
            </a:srgbClr>
          </a:solidFill>
          <a:ln w="12700">
            <a:solidFill>
              <a:srgbClr val="8E44AD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143000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CT Coil (Clamp)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53912" y="221284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Non-invasive current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sensing on live wire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2971800"/>
            <a:ext cx="2651760" cy="1691640"/>
          </a:xfrm>
          <a:prstGeom prst="rect">
            <a:avLst/>
          </a:prstGeom>
          <a:solidFill>
            <a:srgbClr val="122340"/>
          </a:solidFill>
          <a:ln w="12700">
            <a:solidFill>
              <a:srgbClr val="F4D03F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54480" y="2971800"/>
            <a:ext cx="2651760" cy="54864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32888" y="3108960"/>
            <a:ext cx="685800" cy="685800"/>
          </a:xfrm>
          <a:prstGeom prst="ellipse">
            <a:avLst/>
          </a:prstGeom>
          <a:solidFill>
            <a:srgbClr val="F4D03F">
              <a:alpha val="25000"/>
            </a:srgbClr>
          </a:solidFill>
          <a:ln w="12700">
            <a:solidFill>
              <a:srgbClr val="F4D03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108960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USB Power Supply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27632" y="417880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5V power for NodeMCU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Portable &amp; compact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2971800"/>
            <a:ext cx="2651760" cy="1691640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2971800"/>
            <a:ext cx="26517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58968" y="3108960"/>
            <a:ext cx="685800" cy="685800"/>
          </a:xfrm>
          <a:prstGeom prst="ellipse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3108960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Jumper Wires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53712" y="417880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Connects components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C5C4"/>
                </a:solidFill>
              </a:rPr>
              <a:t>Modular &amp; replaceable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SYSTEM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3464" y="1307592"/>
            <a:ext cx="1143000" cy="1417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143000" cy="1417320"/>
          </a:xfrm>
          <a:prstGeom prst="rect">
            <a:avLst/>
          </a:prstGeom>
          <a:solidFill>
            <a:srgbClr val="122340"/>
          </a:solidFill>
          <a:ln w="12700">
            <a:solidFill>
              <a:srgbClr val="F4D03F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1143000" cy="457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685800" cy="685800"/>
          </a:xfrm>
          <a:prstGeom prst="ellipse">
            <a:avLst/>
          </a:prstGeom>
          <a:solidFill>
            <a:srgbClr val="F4D03F">
              <a:alpha val="25000"/>
            </a:srgbClr>
          </a:solidFill>
          <a:ln w="12700">
            <a:solidFill>
              <a:srgbClr val="F4D03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" y="2148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 Power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" y="237744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C5C4"/>
                </a:solidFill>
              </a:rPr>
              <a:t>Live line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99032" y="1920240"/>
            <a:ext cx="2743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764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46504" y="1307592"/>
            <a:ext cx="1143000" cy="1417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1234440"/>
            <a:ext cx="1143000" cy="141732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91640" y="1234440"/>
            <a:ext cx="1143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399032"/>
            <a:ext cx="685800" cy="6858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399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28216" y="2148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PZEM Sensor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28216" y="237744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C5C4"/>
                </a:solidFill>
              </a:rPr>
              <a:t>Measures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62072" y="1920240"/>
            <a:ext cx="2743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1764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9544" y="1307592"/>
            <a:ext cx="1143000" cy="1417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1234440"/>
            <a:ext cx="1143000" cy="1417320"/>
          </a:xfrm>
          <a:prstGeom prst="rect">
            <a:avLst/>
          </a:prstGeom>
          <a:solidFill>
            <a:srgbClr val="122340"/>
          </a:solidFill>
          <a:ln w="12700">
            <a:solidFill>
              <a:srgbClr val="0D7377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234440"/>
            <a:ext cx="11430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1399032"/>
            <a:ext cx="685800" cy="6858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1399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191256" y="2148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NodeMCU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91256" y="237744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C5C4"/>
                </a:solidFill>
              </a:rPr>
              <a:t>WiFi JSON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25112" y="1920240"/>
            <a:ext cx="2743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1764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72584" y="1307592"/>
            <a:ext cx="1143000" cy="1417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1234440"/>
            <a:ext cx="1143000" cy="1417320"/>
          </a:xfrm>
          <a:prstGeom prst="rect">
            <a:avLst/>
          </a:prstGeom>
          <a:solidFill>
            <a:srgbClr val="122340"/>
          </a:solidFill>
          <a:ln w="12700">
            <a:solidFill>
              <a:srgbClr val="9B59B6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1234440"/>
            <a:ext cx="1143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399032"/>
            <a:ext cx="685800" cy="685800"/>
          </a:xfrm>
          <a:prstGeom prst="ellipse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399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654296" y="2148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Flask 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54296" y="237744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C5C4"/>
                </a:solidFill>
              </a:rPr>
              <a:t>Processes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88152" y="1920240"/>
            <a:ext cx="2743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1764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35624" y="1307592"/>
            <a:ext cx="1143000" cy="1417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1234440"/>
            <a:ext cx="1143000" cy="1417320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0760" y="1234440"/>
            <a:ext cx="11430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1399032"/>
            <a:ext cx="685800" cy="685800"/>
          </a:xfrm>
          <a:prstGeom prst="ellipse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399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117336" y="2148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Engine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17336" y="237744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C5C4"/>
                </a:solidFill>
              </a:rPr>
              <a:t>Analyzes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51192" y="1920240"/>
            <a:ext cx="2743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17647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98664" y="1307592"/>
            <a:ext cx="1143000" cy="141732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3800" y="1234440"/>
            <a:ext cx="1143000" cy="1417320"/>
          </a:xfrm>
          <a:prstGeom prst="rect">
            <a:avLst/>
          </a:prstGeom>
          <a:solidFill>
            <a:srgbClr val="122340"/>
          </a:solidFill>
          <a:ln w="12700">
            <a:solidFill>
              <a:srgbClr val="F4D03F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43800" y="1234440"/>
            <a:ext cx="1143000" cy="457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0" y="1399032"/>
            <a:ext cx="685800" cy="685800"/>
          </a:xfrm>
          <a:prstGeom prst="ellipse">
            <a:avLst/>
          </a:prstGeom>
          <a:solidFill>
            <a:srgbClr val="F4D03F">
              <a:alpha val="25000"/>
            </a:srgbClr>
          </a:solidFill>
          <a:ln w="12700">
            <a:solidFill>
              <a:srgbClr val="F4D03F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0" y="1399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580376" y="2148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80376" y="237744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C5C4"/>
                </a:solidFill>
              </a:rPr>
              <a:t>Live display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371600" y="3108960"/>
            <a:ext cx="6400800" cy="50292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63040" y="3127248"/>
            <a:ext cx="6217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2C5C4"/>
                </a:solidFill>
              </a:rPr>
              <a:t>Data flows every few seconds: Sensor → NodeMCU (JSON via WiFi) → Flask → AI Analysis → Live Dashboard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 BACKEND  &amp;  🤖  AI LOGIC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122340"/>
          </a:solidFill>
          <a:ln w="12700">
            <a:solidFill>
              <a:srgbClr val="9B59B6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926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 Flask Backend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56616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27048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527048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Receives JSON via 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356616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48840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Processes voltage, current &amp; power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356616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70632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770632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Calculates ₹ waste in real-time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356616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92424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Stores historical usage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3566160" cy="502920"/>
          </a:xfrm>
          <a:prstGeom prst="rect">
            <a:avLst/>
          </a:prstGeom>
          <a:solidFill>
            <a:srgbClr val="1A1F3A"/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14216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14216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Bridges hardware to AI &amp; UI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4297680" cy="3840480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969264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 AI Engine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508760"/>
            <a:ext cx="3977640" cy="502920"/>
          </a:xfrm>
          <a:prstGeom prst="rect">
            <a:avLst/>
          </a:prstGeom>
          <a:solidFill>
            <a:srgbClr val="200D0D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27048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1527048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Detects abnormal usage patterns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130552"/>
            <a:ext cx="3977640" cy="502920"/>
          </a:xfrm>
          <a:prstGeom prst="rect">
            <a:avLst/>
          </a:prstGeom>
          <a:solidFill>
            <a:srgbClr val="200D0D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48840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2148840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Predicts expected consumption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752344"/>
            <a:ext cx="3977640" cy="502920"/>
          </a:xfrm>
          <a:prstGeom prst="rect">
            <a:avLst/>
          </a:prstGeom>
          <a:solidFill>
            <a:srgbClr val="200D0D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770632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2770632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Gives real-time suggestions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374136"/>
            <a:ext cx="3977640" cy="502920"/>
          </a:xfrm>
          <a:prstGeom prst="rect">
            <a:avLst/>
          </a:prstGeom>
          <a:solidFill>
            <a:srgbClr val="200D0D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392424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12080" y="3392424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Triggers cost-threshold alerts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995928"/>
            <a:ext cx="3977640" cy="502920"/>
          </a:xfrm>
          <a:prstGeom prst="rect">
            <a:avLst/>
          </a:prstGeom>
          <a:solidFill>
            <a:srgbClr val="200D0D"/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014216"/>
            <a:ext cx="411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12080" y="4014216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chat interface for queries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D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LIVE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051560"/>
            <a:ext cx="1920240" cy="1280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1920240" cy="128016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1920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230V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Voltage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9736" y="1051560"/>
            <a:ext cx="1920240" cy="1280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987552"/>
            <a:ext cx="1920240" cy="1280160"/>
          </a:xfrm>
          <a:prstGeom prst="rect">
            <a:avLst/>
          </a:prstGeom>
          <a:solidFill>
            <a:srgbClr val="122340"/>
          </a:solidFill>
          <a:ln w="12700">
            <a:solidFill>
              <a:srgbClr val="0D7377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987552"/>
            <a:ext cx="19202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95728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</a:rPr>
              <a:t>3.5A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9572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Current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051560"/>
            <a:ext cx="1920240" cy="1280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987552"/>
            <a:ext cx="1920240" cy="1280160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62856" y="987552"/>
            <a:ext cx="19202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62856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805W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62856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Power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93992" y="1051560"/>
            <a:ext cx="1920240" cy="1280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987552"/>
            <a:ext cx="1920240" cy="1280160"/>
          </a:xfrm>
          <a:prstGeom prst="rect">
            <a:avLst/>
          </a:prstGeom>
          <a:solidFill>
            <a:srgbClr val="122340"/>
          </a:solidFill>
          <a:ln w="12700">
            <a:solidFill>
              <a:srgbClr val="F4D03F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9984" y="987552"/>
            <a:ext cx="1920240" cy="54864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29984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D03F"/>
                </a:solidFill>
              </a:rPr>
              <a:t>₹6.8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9984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₹ Cost/hr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423160"/>
            <a:ext cx="2743200" cy="2286000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6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423160"/>
            <a:ext cx="27432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2542032"/>
            <a:ext cx="731520" cy="731520"/>
          </a:xfrm>
          <a:prstGeom prst="ellipse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5420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47472" y="33375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ALERTS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3639312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Threshold exceeded → instant push notification to device &amp;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2423160"/>
            <a:ext cx="2743200" cy="2286000"/>
          </a:xfrm>
          <a:prstGeom prst="rect">
            <a:avLst/>
          </a:prstGeom>
          <a:solidFill>
            <a:srgbClr val="122340"/>
          </a:solidFill>
          <a:ln w="12700">
            <a:solidFill>
              <a:srgbClr val="9B59B6">
                <a:alpha val="6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2542032"/>
            <a:ext cx="731520" cy="731520"/>
          </a:xfrm>
          <a:prstGeom prst="ellipse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25420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273552" y="33375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AI CHAT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10128" y="3639312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Ask AI: 'Why is my bill high?' → Smart context-aware answer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423160"/>
            <a:ext cx="2743200" cy="228600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6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242316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2542032"/>
            <a:ext cx="731520" cy="73152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25420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199632" y="33375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TREND GRAPH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36208" y="3639312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Historical usage charts — daily, weekly, monthly energy patterns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 LIVE DEMO SCENARIO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4864" cy="164592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960120"/>
            <a:ext cx="7772400" cy="713232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960120"/>
            <a:ext cx="54864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98755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Power ON Device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1271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Connect load to PZEM sensor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Sensor begins live measurement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450592"/>
            <a:ext cx="54864" cy="164592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1764792"/>
            <a:ext cx="7772400" cy="713232"/>
          </a:xfrm>
          <a:prstGeom prst="rect">
            <a:avLst/>
          </a:prstGeom>
          <a:solidFill>
            <a:srgbClr val="122340"/>
          </a:solidFill>
          <a:ln w="12700">
            <a:solidFill>
              <a:srgbClr val="0D7377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1764792"/>
            <a:ext cx="54864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179222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Data Transmitted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2075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NodeMCU sends JSON via WiFi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Every 3 seconds to Flask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640080" cy="6400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3255264"/>
            <a:ext cx="54864" cy="164592"/>
          </a:xfrm>
          <a:prstGeom prst="rect">
            <a:avLst/>
          </a:prstGeom>
          <a:solidFill>
            <a:srgbClr val="9B59B6">
              <a:alpha val="40000"/>
            </a:srgbClr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2569464"/>
            <a:ext cx="7772400" cy="713232"/>
          </a:xfrm>
          <a:prstGeom prst="rect">
            <a:avLst/>
          </a:prstGeom>
          <a:solidFill>
            <a:srgbClr val="122340"/>
          </a:solidFill>
          <a:ln w="12700">
            <a:solidFill>
              <a:srgbClr val="9B59B6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1560" y="2569464"/>
            <a:ext cx="54864" cy="7132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259689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28800" y="2615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Dashboard Updates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Voltage, Current, Power, ₹ Cost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All update live on the screen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419856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419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4059936"/>
            <a:ext cx="54864" cy="164592"/>
          </a:xfrm>
          <a:prstGeom prst="rect">
            <a:avLst/>
          </a:prstGeom>
          <a:solidFill>
            <a:srgbClr val="E74C3C">
              <a:alpha val="4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1560" y="3374136"/>
            <a:ext cx="7772400" cy="713232"/>
          </a:xfrm>
          <a:prstGeom prst="rect">
            <a:avLst/>
          </a:prstGeom>
          <a:solidFill>
            <a:srgbClr val="122340"/>
          </a:solidFill>
          <a:ln w="12700">
            <a:solidFill>
              <a:srgbClr val="E74C3C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51560" y="3374136"/>
            <a:ext cx="54864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34015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828800" y="3419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Alert Triggered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828800" y="3685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Usage crosses threshold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Instant alert + notification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24528"/>
            <a:ext cx="640080" cy="640080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51560" y="4178808"/>
            <a:ext cx="7772400" cy="713232"/>
          </a:xfrm>
          <a:prstGeom prst="rect">
            <a:avLst/>
          </a:prstGeom>
          <a:solidFill>
            <a:srgbClr val="122340"/>
          </a:solidFill>
          <a:ln w="12700">
            <a:solidFill>
              <a:srgbClr val="F4D03F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51560" y="4178808"/>
            <a:ext cx="54864" cy="713232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42062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828800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AI Suggests Action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28800" y="44897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"Switch off AC in Room 2"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2C5C4"/>
                </a:solidFill>
              </a:rPr>
              <a:t>"Save ₹120 this week"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B0"/>
                </a:solidFill>
              </a:rPr>
              <a:t>ClimaTech | AI Energy Solution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274320"/>
            <a:ext cx="4754880" cy="475488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0" y="457200"/>
            <a:ext cx="4389120" cy="43891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640080"/>
            <a:ext cx="4023360" cy="4023360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822960"/>
            <a:ext cx="3657600" cy="3657600"/>
          </a:xfrm>
          <a:prstGeom prst="ellipse">
            <a:avLst/>
          </a:prstGeom>
          <a:solidFill>
            <a:srgbClr val="00C9A7">
              <a:alpha val="38000"/>
            </a:srgbClr>
          </a:solidFill>
          <a:ln w="12700">
            <a:solidFill>
              <a:srgbClr val="00C9A7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0" y="1051560"/>
            <a:ext cx="3200400" cy="3200400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280160"/>
            <a:ext cx="2743200" cy="2743200"/>
          </a:xfrm>
          <a:prstGeom prst="ellipse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37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⚡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548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PITCH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5303520" cy="64008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984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don't just monitor energy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optimize it using AI."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5303520" cy="50292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67128"/>
            <a:ext cx="457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167128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Reduces electricity bills with AI insights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303520" cy="50292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61488"/>
            <a:ext cx="457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Real-time alerts stop waste instantly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303520" cy="50292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55848"/>
            <a:ext cx="457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355848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Promotes green, conscious energy habits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5303520" cy="502920"/>
          </a:xfrm>
          <a:prstGeom prst="rect">
            <a:avLst/>
          </a:prstGeom>
          <a:solidFill>
            <a:srgbClr val="122340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950208"/>
            <a:ext cx="457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3950208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Open-source &amp; scalable to any building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2340"/>
          </a:solidFill>
          <a:ln w="12700">
            <a:solidFill>
              <a:srgbClr val="1223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700016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B0"/>
                </a:solidFill>
              </a:rPr>
              <a:t>ClimaTech  |  AI-Powered Energy Waste Monitoring  |  Built on NodeMCU + PZEM-004T + Flask +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ClimaTech – Energy Waste Monitoring System</dc:title>
  <dc:subject>PptxGenJS Presentation</dc:subject>
  <dc:creator>ClimaTech Team</dc:creator>
  <cp:lastModifiedBy>ClimaTech Team</cp:lastModifiedBy>
  <cp:revision>1</cp:revision>
  <dcterms:created xsi:type="dcterms:W3CDTF">2026-04-11T17:56:36Z</dcterms:created>
  <dcterms:modified xsi:type="dcterms:W3CDTF">2026-04-11T17:56:36Z</dcterms:modified>
</cp:coreProperties>
</file>